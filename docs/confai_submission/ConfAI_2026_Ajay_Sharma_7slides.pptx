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DISCOVERY WITH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MULTI-SIGNAL RANKING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CITATION-GROUNDED RAG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arXiv recommendation → selective full-text ingest → grounded Q&amp;A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Sharma  ·  M.S. Artificial Intelligence, Plaksha University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Subrat Panda  ·  AI in Practice (extended track)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ConfAI 2026 poster screening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09728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515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returns long ranked lists with weak personalisation.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without 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answer fluently but often without faithful paper grounding.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relevant papers, ingest what matters, ask with citations.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520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an AI in Practice extended track under Dr. Subrat Panda — end-to-end through ranking, RAG, systems, and evaluation.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ConfAI 2026 · Plaksha University · Ajay Sharma · Supervisor: Dr. Subrat Panda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09728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search / IDs → corpus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Abstract-level embeddings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1F6F6A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70048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score: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recency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+ author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4608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Markdown (+OCR)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chunks → local embed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00584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1F6F6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143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(RAG)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9168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passages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citations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notes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rank a large library; full-text only for papers the user selects — practical on a laptop.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069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EmbeddingGemma 2 (local)  ·  Generation: Gemini (+ failsafe)  ·  Store: Chroma  ·  Tooling: uv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ConfAI 2026 · Plaksha University · Ajay Sharma · Supervisor: Dr. Subrat Panda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&amp; interfaces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09728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workspace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status, quick demo, activity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— grow corpus from keywords / IDs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— multi-signal ranking + weight presets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— grounded answers with paper citations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— short, usable guidance (not a wall of text)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nataltiger26-arxiv-paper-suggester-rag-srcapp-olkakz.streamlit.app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96012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(uv)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2200" y="16002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src.rag.cli ingest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src.rag.cli ask "…"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src.rag.cli status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streamlit run src/app.py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ConfAI 2026 · Plaksha University · Ajay Sharma · Supervisor: Dr. Subrat Panda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(gold set ≈ 100 questions)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09728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MRR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≈ 0.66–0.83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960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items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006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paper correct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960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valid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maps to 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measured: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 sweep (512-d ≈ full 768-d), latency p50/p95, refusal P/R.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precision was below a ~0.7 bar in early runs; missing full-text papers dominate retrieval misses.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8404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Harness: src/final_eval.py · AI in Practice style metrics (CIs, gates, failure modes).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ConfAI 2026 · Plaksha University · Ajay Sharma · Supervisor: Dr. Subrat Panda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under real constraints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109728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 2 on device; MiniLM on Streamlit Cloud free tier.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69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full 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broadly; ingest only chosen papers — laptop-friendly.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21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ingest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files, deferred failures, hard timeouts for stuck OCR.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01168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21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ranking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presets + Custom mode with numeric weights shown.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729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citations, coverage cues, activity log in the UI.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729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tooling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747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lockfile, CLI + web, documented workflow.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ConfAI 2026 · Plaksha University · Ajay Sharma · Supervisor: Dr. Subrat Panda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for ConfAI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applied end-to-end literature system: discover → ingest → cite.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retrieval quality (MRR ~0.75, Recall ~0.85) when papers are indexed.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Evaluation-first: gold set, CIs, dim sweep, explicit failure modes.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demo + CLI — not a notebook-only prototype.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github.com/NatalTiger26/ArXiv_Paper_Suggester-RAG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streamlit app linked above  ·  Supervisor: Dr. Subrat Panda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 at the poster session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Discovery with Multi-Signal Ranking and Citation-Grounded RAG</dc:title>
  <dc:subject>ConfAI 2026 Poster Screening — Dr. Subrat Panda</dc:subject>
  <dc:creator>Ajay Sharma</dc:creator>
  <cp:lastModifiedBy>Ajay Sharma</cp:lastModifiedBy>
  <cp:revision>1</cp:revision>
  <dcterms:created xsi:type="dcterms:W3CDTF">2026-10-15T08:07:13Z</dcterms:created>
  <dcterms:modified xsi:type="dcterms:W3CDTF">2026-10-15T08:07:13Z</dcterms:modified>
</cp:coreProperties>
</file>